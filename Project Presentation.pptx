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7" r:id="rId2"/>
    <p:sldId id="256" r:id="rId3"/>
    <p:sldId id="258" r:id="rId4"/>
    <p:sldId id="259" r:id="rId5"/>
    <p:sldId id="269" r:id="rId6"/>
    <p:sldId id="261" r:id="rId7"/>
    <p:sldId id="270" r:id="rId8"/>
    <p:sldId id="262" r:id="rId9"/>
    <p:sldId id="264" r:id="rId10"/>
    <p:sldId id="275" r:id="rId11"/>
    <p:sldId id="267" r:id="rId12"/>
    <p:sldId id="268" r:id="rId13"/>
    <p:sldId id="274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6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ya muthyam" userId="7a2385efe716a26b" providerId="LiveId" clId="{7BA91DE8-C4BB-4D80-A928-8B1B0727E9D8}"/>
    <pc:docChg chg="addSld delSld modSld">
      <pc:chgData name="sravya muthyam" userId="7a2385efe716a26b" providerId="LiveId" clId="{7BA91DE8-C4BB-4D80-A928-8B1B0727E9D8}" dt="2026-03-15T15:13:14.807" v="23" actId="1076"/>
      <pc:docMkLst>
        <pc:docMk/>
      </pc:docMkLst>
      <pc:sldChg chg="modSp mod">
        <pc:chgData name="sravya muthyam" userId="7a2385efe716a26b" providerId="LiveId" clId="{7BA91DE8-C4BB-4D80-A928-8B1B0727E9D8}" dt="2026-03-15T15:13:14.807" v="23" actId="1076"/>
        <pc:sldMkLst>
          <pc:docMk/>
          <pc:sldMk cId="3944502513" sldId="258"/>
        </pc:sldMkLst>
        <pc:spChg chg="mod">
          <ac:chgData name="sravya muthyam" userId="7a2385efe716a26b" providerId="LiveId" clId="{7BA91DE8-C4BB-4D80-A928-8B1B0727E9D8}" dt="2026-03-15T15:13:14.807" v="23" actId="1076"/>
          <ac:spMkLst>
            <pc:docMk/>
            <pc:sldMk cId="3944502513" sldId="258"/>
            <ac:spMk id="3" creationId="{75128F4B-5B1A-1E90-F72E-4195AAE8F59E}"/>
          </ac:spMkLst>
        </pc:spChg>
      </pc:sldChg>
      <pc:sldChg chg="modSp mod">
        <pc:chgData name="sravya muthyam" userId="7a2385efe716a26b" providerId="LiveId" clId="{7BA91DE8-C4BB-4D80-A928-8B1B0727E9D8}" dt="2026-03-15T15:09:24.843" v="5" actId="14100"/>
        <pc:sldMkLst>
          <pc:docMk/>
          <pc:sldMk cId="2629342040" sldId="264"/>
        </pc:sldMkLst>
        <pc:picChg chg="mod">
          <ac:chgData name="sravya muthyam" userId="7a2385efe716a26b" providerId="LiveId" clId="{7BA91DE8-C4BB-4D80-A928-8B1B0727E9D8}" dt="2026-03-15T15:09:24.843" v="5" actId="14100"/>
          <ac:picMkLst>
            <pc:docMk/>
            <pc:sldMk cId="2629342040" sldId="264"/>
            <ac:picMk id="3" creationId="{CA5261CA-54E5-C81D-FBBD-89C5D7D89F3F}"/>
          </ac:picMkLst>
        </pc:picChg>
      </pc:sldChg>
      <pc:sldChg chg="del">
        <pc:chgData name="sravya muthyam" userId="7a2385efe716a26b" providerId="LiveId" clId="{7BA91DE8-C4BB-4D80-A928-8B1B0727E9D8}" dt="2026-03-15T15:07:41.386" v="2" actId="2696"/>
        <pc:sldMkLst>
          <pc:docMk/>
          <pc:sldMk cId="2295745621" sldId="265"/>
        </pc:sldMkLst>
      </pc:sldChg>
      <pc:sldChg chg="modSp mod">
        <pc:chgData name="sravya muthyam" userId="7a2385efe716a26b" providerId="LiveId" clId="{7BA91DE8-C4BB-4D80-A928-8B1B0727E9D8}" dt="2026-03-15T15:08:35.146" v="4" actId="14100"/>
        <pc:sldMkLst>
          <pc:docMk/>
          <pc:sldMk cId="1738464692" sldId="274"/>
        </pc:sldMkLst>
        <pc:picChg chg="mod">
          <ac:chgData name="sravya muthyam" userId="7a2385efe716a26b" providerId="LiveId" clId="{7BA91DE8-C4BB-4D80-A928-8B1B0727E9D8}" dt="2026-03-15T15:08:35.146" v="4" actId="14100"/>
          <ac:picMkLst>
            <pc:docMk/>
            <pc:sldMk cId="1738464692" sldId="274"/>
            <ac:picMk id="3" creationId="{CF5A6E40-8DCB-13EF-A6E9-DDF23565C90A}"/>
          </ac:picMkLst>
        </pc:picChg>
      </pc:sldChg>
      <pc:sldChg chg="addSp modSp new mod">
        <pc:chgData name="sravya muthyam" userId="7a2385efe716a26b" providerId="LiveId" clId="{7BA91DE8-C4BB-4D80-A928-8B1B0727E9D8}" dt="2026-03-15T15:07:27.726" v="1" actId="931"/>
        <pc:sldMkLst>
          <pc:docMk/>
          <pc:sldMk cId="3594397659" sldId="275"/>
        </pc:sldMkLst>
        <pc:picChg chg="add mod">
          <ac:chgData name="sravya muthyam" userId="7a2385efe716a26b" providerId="LiveId" clId="{7BA91DE8-C4BB-4D80-A928-8B1B0727E9D8}" dt="2026-03-15T15:07:27.726" v="1" actId="931"/>
          <ac:picMkLst>
            <pc:docMk/>
            <pc:sldMk cId="3594397659" sldId="275"/>
            <ac:picMk id="3" creationId="{C7417A81-A712-3A3B-2B00-0A21EEE97CD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1254-90C9-BACD-A6E3-F3901B541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704AB-C9E3-F941-A0E0-27A893BF0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1A41E-B1C9-26B5-3158-2F9791C3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FCC63-889D-2489-A21A-AF8B3529C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82FBC-2CA1-308B-E193-8BF4163A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82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E03A-8EE5-D64F-8C58-0143D0FC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9CAD4-9304-171D-6F8F-861FE2F05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D87F7-DD02-12BE-BB2F-A4011882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A817A-02AE-C3A2-BB11-22A596DBC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B3379-B076-D91B-53D0-091CF1E4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147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8C80-EF24-0326-5F9B-0FE920B17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53598-B4A5-4ECD-3521-C6C2B678E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FE5B6-9818-1135-4D65-140188E6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51738-D5DA-6FAA-A61A-7A5CD428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2248B-8EA3-8B74-99D9-83F98F12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60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5241-658C-F1B2-7183-883AC4526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05D89-0F07-87E9-08A3-4A95FA467C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3232B-2D15-32B6-DEAE-57058D78D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10986-78D8-E5FC-BAA0-86C90AFB7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718B7-73C5-F6F1-9453-508E5BB1C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EE4DF-4EE0-30DA-9B63-9E2515C6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62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77A8-E4F3-A171-DEC8-407EF9F6E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AB467-1A71-2837-3E7B-3F70A72D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87F46-9E5F-E454-E71A-7BFDDA1B6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6C86BF-93FB-F635-6797-9A2DD90B1B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D5AA3-828D-4D8C-1943-775F28761F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919ED8-C482-2F10-49B1-DC991EB2C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425AE5-C3BE-0B41-EFCA-35AEC33A7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994ACD-8069-9D6F-9D73-35700CAB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996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1ACA-D1DB-369D-4FEA-5C9D2422B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744B4-675D-C5A7-B94C-8815B9E51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7B9A9-E64E-2C7E-C828-E8F891A9B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BFF94-EB63-7C6E-4CB2-59CF2D27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09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BC027-D319-BD7F-00AA-52A34510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362D2-8825-986D-3ACC-77988070D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C63A3-A731-73A0-5A44-EFF73063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60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B912-E6DC-69A3-B766-F498A591D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BA81A-4E5B-D782-A782-022CD40EF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D21F-C2F2-4A55-73BB-358DB01EC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068A9-01AD-271B-020E-DA808410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EDC4F-837D-C464-B695-0FAABE8DA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8E897-9C50-360E-02B1-688A512C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856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0CAE-D406-5CBF-2C89-F238EBFD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C2ADA-921E-0A09-65A7-F73AB60B4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126BE-CF3F-E6D0-B204-A009056EE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E3383-5672-EBEC-0125-AF150550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B6C65-A0F3-BF99-0D93-D3166A66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9288A-F95D-356B-A8F7-226118260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63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2A17-674A-D820-54D9-84D89841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0A3A3-0309-E652-7384-297B21A4E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BD760-595C-FFA5-1E42-D86CBD05D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F0508-8F04-E277-9FCA-6825CFF8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E1973-02BB-A5B9-D431-D8E1B530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330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F1D0C8-3149-E1EF-E2DC-456C73EF4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EC5FA-7C42-D497-198E-4115F0020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B9F7B-104E-F140-95FE-C25562A5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55236-1F29-287E-B245-067DFB78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5B47-BB3E-82FD-1C30-3C39B5F5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0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1D23D-E4A0-81A3-B0BF-DEEAB1717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37AD4-8D77-C551-F281-24648C91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0D522-A9D6-6915-08B4-B728BE09F5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3CEE6-A986-4DD9-BCA9-692C4377357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51305-37D3-FF54-0075-5DE9F5ACE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B867D-D3FC-84AF-A9CE-773BDE935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84048-B92E-47D0-BAF0-615FACF28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6EDFF4-2DB4-28CF-6F84-787DAB7D483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725"/>
            <a:ext cx="13201650" cy="719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27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A176-188E-D943-4315-9E4685E80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0A6A4-114E-1B1B-C8A3-AFBFA0E70E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9767DB-3416-9428-8D7B-D3AAE3A93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27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128F4B-5B1A-1E90-F72E-4195AAE8F59E}"/>
              </a:ext>
            </a:extLst>
          </p:cNvPr>
          <p:cNvSpPr txBox="1"/>
          <p:nvPr/>
        </p:nvSpPr>
        <p:spPr>
          <a:xfrm>
            <a:off x="497840" y="0"/>
            <a:ext cx="62077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pc="300" dirty="0">
                <a:latin typeface="Segoe UI Variable Text Semibold" pitchFamily="2" charset="0"/>
              </a:rPr>
            </a:br>
            <a:r>
              <a:rPr lang="en-IN" sz="2600" b="1" i="0" cap="all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Abstract</a:t>
            </a:r>
            <a:endParaRPr lang="en-IN" sz="2600" b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26AE4-CC95-95D1-50E6-28C406A04B4B}"/>
              </a:ext>
            </a:extLst>
          </p:cNvPr>
          <p:cNvSpPr txBox="1"/>
          <p:nvPr/>
        </p:nvSpPr>
        <p:spPr>
          <a:xfrm>
            <a:off x="762000" y="1097280"/>
            <a:ext cx="79857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 Phishing attacks are one of the most common cyber threats targeting  internet users.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 Attackers create fake websites or emails to steal sensitive information such as passwords, banking credentials, and personal data.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This project proposes a </a:t>
            </a:r>
            <a:r>
              <a:rPr lang="en-US" sz="2000" b="1" dirty="0"/>
              <a:t>Hybrid Deep Learning Framework</a:t>
            </a:r>
            <a:r>
              <a:rPr lang="en-US" sz="2000" dirty="0"/>
              <a:t> to improve phishing website detection.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The system analyzes website features and uses deep learning models to classify websites as </a:t>
            </a:r>
            <a:r>
              <a:rPr lang="en-US" sz="2000" b="1" dirty="0"/>
              <a:t>phishing or legitimate</a:t>
            </a:r>
            <a:r>
              <a:rPr lang="en-US" sz="200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The proposed system aims to achieve </a:t>
            </a:r>
            <a:r>
              <a:rPr lang="en-US" sz="2000" b="1" dirty="0"/>
              <a:t>higher accuracy and reduced false positives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450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08D8E9-D425-3940-CD75-D2EF111A11F0}"/>
              </a:ext>
            </a:extLst>
          </p:cNvPr>
          <p:cNvSpPr txBox="1"/>
          <p:nvPr/>
        </p:nvSpPr>
        <p:spPr>
          <a:xfrm>
            <a:off x="375920" y="81280"/>
            <a:ext cx="76606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2200" dirty="0"/>
            </a:br>
            <a:r>
              <a:rPr lang="en-IN" sz="2200" b="1" i="0" cap="all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Introduction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84C0C-D786-67AF-6CDC-624080644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19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570F22-62AA-55C6-8B83-B1DB07F40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91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83DAB-3625-42A4-97EF-B3B23CAED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4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69C05-2983-AC08-A577-478EDBD16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04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A5A354-8E11-F409-F565-22F1BDF52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6096000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D725E1-FB55-D13F-9B8F-7E8334B09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4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5261CA-54E5-C81D-FBBD-89C5D7D89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643556" cy="7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4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417A81-A712-3A3B-2B00-0A21EEE97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97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15D844-7956-4C19-7F00-2653C4F73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757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9C0C5A-8BCC-6B5D-F54C-965D4A567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4160"/>
            <a:ext cx="12860300" cy="723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4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5A6E40-8DCB-13EF-A6E9-DDF23565C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3520"/>
            <a:ext cx="12860302" cy="723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64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0DD4C-6900-443E-A763-129BEC990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1480" y="0"/>
            <a:ext cx="12466320" cy="701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81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29A376-CFC6-5745-A63D-86DA2CBE16DA}"/>
              </a:ext>
            </a:extLst>
          </p:cNvPr>
          <p:cNvSpPr/>
          <p:nvPr/>
        </p:nvSpPr>
        <p:spPr>
          <a:xfrm>
            <a:off x="3657600" y="2794000"/>
            <a:ext cx="4856480" cy="10156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  <a:endParaRPr lang="en-US" sz="60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1639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88</Words>
  <Application>Microsoft Office PowerPoint</Application>
  <PresentationFormat>Widescreen</PresentationFormat>
  <Paragraphs>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Cambria</vt:lpstr>
      <vt:lpstr>Montserrat</vt:lpstr>
      <vt:lpstr>Segoe UI Variable Text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sravya muthyam</dc:creator>
  <cp:lastModifiedBy>sravya muthyam</cp:lastModifiedBy>
  <cp:revision>1</cp:revision>
  <dcterms:created xsi:type="dcterms:W3CDTF">2026-03-15T13:41:39Z</dcterms:created>
  <dcterms:modified xsi:type="dcterms:W3CDTF">2026-03-15T15:13:15Z</dcterms:modified>
</cp:coreProperties>
</file>